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33" r:id="rId3"/>
    <p:sldId id="444" r:id="rId5"/>
  </p:sldIdLst>
  <p:sldSz cx="12192000" cy="6858000"/>
  <p:notesSz cx="6798945" cy="9929495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7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姚东进06" initials="姚东进06" lastIdx="1" clrIdx="0"/>
  <p:cmAuthor id="2" name="罗仕明" initials="罗仕明" lastIdx="1" clrIdx="1"/>
  <p:cmAuthor id="3" name="Administrator" initials="A" lastIdx="1" clrIdx="2"/>
  <p:cmAuthor id="4" name="sixiantao" initials="s" lastIdx="1" clrIdx="3"/>
  <p:cmAuthor id="261153284" name="何机智" initials="何" lastIdx="1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30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94719"/>
  </p:normalViewPr>
  <p:slideViewPr>
    <p:cSldViewPr snapToGrid="0" showGuides="1">
      <p:cViewPr varScale="1">
        <p:scale>
          <a:sx n="98" d="100"/>
          <a:sy n="98" d="100"/>
        </p:scale>
        <p:origin x="80" y="1052"/>
      </p:cViewPr>
      <p:guideLst>
        <p:guide orient="horz" pos="2069"/>
        <p:guide pos="371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F6E59-B13D-434C-AFB6-0142210FEA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01DF8-1A6D-4C91-93AF-B751C1656F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0416" y="1"/>
            <a:ext cx="12212416" cy="5126804"/>
            <a:chOff x="-20416" y="1"/>
            <a:chExt cx="12212416" cy="5126804"/>
          </a:xfrm>
        </p:grpSpPr>
        <p:grpSp>
          <p:nvGrpSpPr>
            <p:cNvPr id="10" name="组合 9"/>
            <p:cNvGrpSpPr/>
            <p:nvPr/>
          </p:nvGrpSpPr>
          <p:grpSpPr>
            <a:xfrm>
              <a:off x="-20416" y="1"/>
              <a:ext cx="12212416" cy="5126804"/>
              <a:chOff x="-20416" y="0"/>
              <a:chExt cx="12212416" cy="5491917"/>
            </a:xfrm>
          </p:grpSpPr>
          <p:sp>
            <p:nvSpPr>
              <p:cNvPr id="12" name="矩形 2"/>
              <p:cNvSpPr/>
              <p:nvPr/>
            </p:nvSpPr>
            <p:spPr>
              <a:xfrm>
                <a:off x="-10275" y="0"/>
                <a:ext cx="12192000" cy="4993240"/>
              </a:xfrm>
              <a:custGeom>
                <a:avLst/>
                <a:gdLst>
                  <a:gd name="connsiteX0" fmla="*/ 0 w 12192000"/>
                  <a:gd name="connsiteY0" fmla="*/ 0 h 4425092"/>
                  <a:gd name="connsiteX1" fmla="*/ 12192000 w 12192000"/>
                  <a:gd name="connsiteY1" fmla="*/ 0 h 4425092"/>
                  <a:gd name="connsiteX2" fmla="*/ 12192000 w 12192000"/>
                  <a:gd name="connsiteY2" fmla="*/ 4425092 h 4425092"/>
                  <a:gd name="connsiteX3" fmla="*/ 0 w 12192000"/>
                  <a:gd name="connsiteY3" fmla="*/ 4425092 h 4425092"/>
                  <a:gd name="connsiteX4" fmla="*/ 0 w 12192000"/>
                  <a:gd name="connsiteY4" fmla="*/ 0 h 4425092"/>
                  <a:gd name="connsiteX0-1" fmla="*/ 0 w 12192000"/>
                  <a:gd name="connsiteY0-2" fmla="*/ 0 h 5014144"/>
                  <a:gd name="connsiteX1-3" fmla="*/ 12192000 w 12192000"/>
                  <a:gd name="connsiteY1-4" fmla="*/ 0 h 5014144"/>
                  <a:gd name="connsiteX2-5" fmla="*/ 12192000 w 12192000"/>
                  <a:gd name="connsiteY2-6" fmla="*/ 4425092 h 5014144"/>
                  <a:gd name="connsiteX3-7" fmla="*/ 0 w 12192000"/>
                  <a:gd name="connsiteY3-8" fmla="*/ 4425092 h 5014144"/>
                  <a:gd name="connsiteX4-9" fmla="*/ 0 w 12192000"/>
                  <a:gd name="connsiteY4-10" fmla="*/ 0 h 5014144"/>
                  <a:gd name="connsiteX0-11" fmla="*/ 0 w 12192000"/>
                  <a:gd name="connsiteY0-12" fmla="*/ 0 h 5154624"/>
                  <a:gd name="connsiteX1-13" fmla="*/ 12192000 w 12192000"/>
                  <a:gd name="connsiteY1-14" fmla="*/ 0 h 5154624"/>
                  <a:gd name="connsiteX2-15" fmla="*/ 12192000 w 12192000"/>
                  <a:gd name="connsiteY2-16" fmla="*/ 4425092 h 5154624"/>
                  <a:gd name="connsiteX3-17" fmla="*/ 0 w 12192000"/>
                  <a:gd name="connsiteY3-18" fmla="*/ 4425092 h 5154624"/>
                  <a:gd name="connsiteX4-19" fmla="*/ 0 w 12192000"/>
                  <a:gd name="connsiteY4-20" fmla="*/ 0 h 515462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2192000" h="5154624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425092"/>
                    </a:lnTo>
                    <a:cubicBezTo>
                      <a:pt x="8169096" y="5750459"/>
                      <a:pt x="4064000" y="4969623"/>
                      <a:pt x="0" y="442509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35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矩形 11"/>
              <p:cNvSpPr/>
              <p:nvPr/>
            </p:nvSpPr>
            <p:spPr>
              <a:xfrm>
                <a:off x="-20416" y="4087947"/>
                <a:ext cx="12212416" cy="1403970"/>
              </a:xfrm>
              <a:custGeom>
                <a:avLst/>
                <a:gdLst>
                  <a:gd name="connsiteX0" fmla="*/ 0 w 12192000"/>
                  <a:gd name="connsiteY0" fmla="*/ 0 h 1857910"/>
                  <a:gd name="connsiteX1" fmla="*/ 12192000 w 12192000"/>
                  <a:gd name="connsiteY1" fmla="*/ 0 h 1857910"/>
                  <a:gd name="connsiteX2" fmla="*/ 12192000 w 12192000"/>
                  <a:gd name="connsiteY2" fmla="*/ 1857910 h 1857910"/>
                  <a:gd name="connsiteX3" fmla="*/ 0 w 12192000"/>
                  <a:gd name="connsiteY3" fmla="*/ 1857910 h 1857910"/>
                  <a:gd name="connsiteX4" fmla="*/ 0 w 12192000"/>
                  <a:gd name="connsiteY4" fmla="*/ 0 h 1857910"/>
                  <a:gd name="connsiteX0-1" fmla="*/ 0 w 12192000"/>
                  <a:gd name="connsiteY0-2" fmla="*/ 0 h 1857910"/>
                  <a:gd name="connsiteX1-3" fmla="*/ 12192000 w 12192000"/>
                  <a:gd name="connsiteY1-4" fmla="*/ 0 h 1857910"/>
                  <a:gd name="connsiteX2-5" fmla="*/ 12181726 w 12192000"/>
                  <a:gd name="connsiteY2-6" fmla="*/ 840768 h 1857910"/>
                  <a:gd name="connsiteX3-7" fmla="*/ 0 w 12192000"/>
                  <a:gd name="connsiteY3-8" fmla="*/ 1857910 h 1857910"/>
                  <a:gd name="connsiteX4-9" fmla="*/ 0 w 12192000"/>
                  <a:gd name="connsiteY4-10" fmla="*/ 0 h 1857910"/>
                  <a:gd name="connsiteX0-11" fmla="*/ 0 w 12192000"/>
                  <a:gd name="connsiteY0-12" fmla="*/ 0 h 1857910"/>
                  <a:gd name="connsiteX1-13" fmla="*/ 12192000 w 12192000"/>
                  <a:gd name="connsiteY1-14" fmla="*/ 0 h 1857910"/>
                  <a:gd name="connsiteX2-15" fmla="*/ 12181726 w 12192000"/>
                  <a:gd name="connsiteY2-16" fmla="*/ 840768 h 1857910"/>
                  <a:gd name="connsiteX3-17" fmla="*/ 0 w 12192000"/>
                  <a:gd name="connsiteY3-18" fmla="*/ 1857910 h 1857910"/>
                  <a:gd name="connsiteX4-19" fmla="*/ 0 w 12192000"/>
                  <a:gd name="connsiteY4-20" fmla="*/ 0 h 1857910"/>
                  <a:gd name="connsiteX0-21" fmla="*/ 30823 w 12222823"/>
                  <a:gd name="connsiteY0-22" fmla="*/ 0 h 1209480"/>
                  <a:gd name="connsiteX1-23" fmla="*/ 12222823 w 12222823"/>
                  <a:gd name="connsiteY1-24" fmla="*/ 0 h 1209480"/>
                  <a:gd name="connsiteX2-25" fmla="*/ 12212549 w 12222823"/>
                  <a:gd name="connsiteY2-26" fmla="*/ 840768 h 1209480"/>
                  <a:gd name="connsiteX3-27" fmla="*/ 0 w 12222823"/>
                  <a:gd name="connsiteY3-28" fmla="*/ 327060 h 1209480"/>
                  <a:gd name="connsiteX4-29" fmla="*/ 30823 w 12222823"/>
                  <a:gd name="connsiteY4-30" fmla="*/ 0 h 1209480"/>
                  <a:gd name="connsiteX0-31" fmla="*/ 30823 w 12222823"/>
                  <a:gd name="connsiteY0-32" fmla="*/ 0 h 1209480"/>
                  <a:gd name="connsiteX1-33" fmla="*/ 12222823 w 12222823"/>
                  <a:gd name="connsiteY1-34" fmla="*/ 0 h 1209480"/>
                  <a:gd name="connsiteX2-35" fmla="*/ 12212549 w 12222823"/>
                  <a:gd name="connsiteY2-36" fmla="*/ 840768 h 1209480"/>
                  <a:gd name="connsiteX3-37" fmla="*/ 0 w 12222823"/>
                  <a:gd name="connsiteY3-38" fmla="*/ 327060 h 1209480"/>
                  <a:gd name="connsiteX4-39" fmla="*/ 30823 w 12222823"/>
                  <a:gd name="connsiteY4-40" fmla="*/ 0 h 1209480"/>
                  <a:gd name="connsiteX0-41" fmla="*/ 10275 w 12202275"/>
                  <a:gd name="connsiteY0-42" fmla="*/ 0 h 1209480"/>
                  <a:gd name="connsiteX1-43" fmla="*/ 12202275 w 12202275"/>
                  <a:gd name="connsiteY1-44" fmla="*/ 0 h 1209480"/>
                  <a:gd name="connsiteX2-45" fmla="*/ 12192001 w 12202275"/>
                  <a:gd name="connsiteY2-46" fmla="*/ 840768 h 1209480"/>
                  <a:gd name="connsiteX3-47" fmla="*/ 0 w 12202275"/>
                  <a:gd name="connsiteY3-48" fmla="*/ 327060 h 1209480"/>
                  <a:gd name="connsiteX4-49" fmla="*/ 10275 w 12202275"/>
                  <a:gd name="connsiteY4-50" fmla="*/ 0 h 1209480"/>
                  <a:gd name="connsiteX0-51" fmla="*/ 10275 w 12202275"/>
                  <a:gd name="connsiteY0-52" fmla="*/ 0 h 1442455"/>
                  <a:gd name="connsiteX1-53" fmla="*/ 12202275 w 12202275"/>
                  <a:gd name="connsiteY1-54" fmla="*/ 0 h 1442455"/>
                  <a:gd name="connsiteX2-55" fmla="*/ 12192001 w 12202275"/>
                  <a:gd name="connsiteY2-56" fmla="*/ 840768 h 1442455"/>
                  <a:gd name="connsiteX3-57" fmla="*/ 0 w 12202275"/>
                  <a:gd name="connsiteY3-58" fmla="*/ 327060 h 1442455"/>
                  <a:gd name="connsiteX4-59" fmla="*/ 10275 w 12202275"/>
                  <a:gd name="connsiteY4-60" fmla="*/ 0 h 1442455"/>
                  <a:gd name="connsiteX0-61" fmla="*/ 10275 w 12202275"/>
                  <a:gd name="connsiteY0-62" fmla="*/ 0 h 1442455"/>
                  <a:gd name="connsiteX1-63" fmla="*/ 12202275 w 12202275"/>
                  <a:gd name="connsiteY1-64" fmla="*/ 0 h 1442455"/>
                  <a:gd name="connsiteX2-65" fmla="*/ 12192001 w 12202275"/>
                  <a:gd name="connsiteY2-66" fmla="*/ 840768 h 1442455"/>
                  <a:gd name="connsiteX3-67" fmla="*/ 0 w 12202275"/>
                  <a:gd name="connsiteY3-68" fmla="*/ 327060 h 1442455"/>
                  <a:gd name="connsiteX4-69" fmla="*/ 10275 w 12202275"/>
                  <a:gd name="connsiteY4-70" fmla="*/ 0 h 1442455"/>
                  <a:gd name="connsiteX0-71" fmla="*/ 10275 w 12202275"/>
                  <a:gd name="connsiteY0-72" fmla="*/ 0 h 1442455"/>
                  <a:gd name="connsiteX1-73" fmla="*/ 12202275 w 12202275"/>
                  <a:gd name="connsiteY1-74" fmla="*/ 0 h 1442455"/>
                  <a:gd name="connsiteX2-75" fmla="*/ 12192001 w 12202275"/>
                  <a:gd name="connsiteY2-76" fmla="*/ 840768 h 1442455"/>
                  <a:gd name="connsiteX3-77" fmla="*/ 0 w 12202275"/>
                  <a:gd name="connsiteY3-78" fmla="*/ 327060 h 1442455"/>
                  <a:gd name="connsiteX4-79" fmla="*/ 10275 w 12202275"/>
                  <a:gd name="connsiteY4-80" fmla="*/ 0 h 1442455"/>
                  <a:gd name="connsiteX0-81" fmla="*/ 10275 w 12202275"/>
                  <a:gd name="connsiteY0-82" fmla="*/ 102741 h 1442455"/>
                  <a:gd name="connsiteX1-83" fmla="*/ 12202275 w 12202275"/>
                  <a:gd name="connsiteY1-84" fmla="*/ 0 h 1442455"/>
                  <a:gd name="connsiteX2-85" fmla="*/ 12192001 w 12202275"/>
                  <a:gd name="connsiteY2-86" fmla="*/ 840768 h 1442455"/>
                  <a:gd name="connsiteX3-87" fmla="*/ 0 w 12202275"/>
                  <a:gd name="connsiteY3-88" fmla="*/ 327060 h 1442455"/>
                  <a:gd name="connsiteX4-89" fmla="*/ 10275 w 12202275"/>
                  <a:gd name="connsiteY4-90" fmla="*/ 102741 h 1442455"/>
                  <a:gd name="connsiteX0-91" fmla="*/ 51372 w 12243372"/>
                  <a:gd name="connsiteY0-92" fmla="*/ 102741 h 1392953"/>
                  <a:gd name="connsiteX1-93" fmla="*/ 12243372 w 12243372"/>
                  <a:gd name="connsiteY1-94" fmla="*/ 0 h 1392953"/>
                  <a:gd name="connsiteX2-95" fmla="*/ 12233098 w 12243372"/>
                  <a:gd name="connsiteY2-96" fmla="*/ 840768 h 1392953"/>
                  <a:gd name="connsiteX3-97" fmla="*/ 0 w 12243372"/>
                  <a:gd name="connsiteY3-98" fmla="*/ 152399 h 1392953"/>
                  <a:gd name="connsiteX4-99" fmla="*/ 51372 w 12243372"/>
                  <a:gd name="connsiteY4-100" fmla="*/ 102741 h 1392953"/>
                  <a:gd name="connsiteX0-101" fmla="*/ 0 w 12192000"/>
                  <a:gd name="connsiteY0-102" fmla="*/ 102741 h 1403970"/>
                  <a:gd name="connsiteX1-103" fmla="*/ 12192000 w 12192000"/>
                  <a:gd name="connsiteY1-104" fmla="*/ 0 h 1403970"/>
                  <a:gd name="connsiteX2-105" fmla="*/ 12181726 w 12192000"/>
                  <a:gd name="connsiteY2-106" fmla="*/ 840768 h 1403970"/>
                  <a:gd name="connsiteX3-107" fmla="*/ 30616 w 12192000"/>
                  <a:gd name="connsiteY3-108" fmla="*/ 193495 h 1403970"/>
                  <a:gd name="connsiteX4-109" fmla="*/ 0 w 12192000"/>
                  <a:gd name="connsiteY4-110" fmla="*/ 102741 h 1403970"/>
                  <a:gd name="connsiteX0-111" fmla="*/ 0 w 12171503"/>
                  <a:gd name="connsiteY0-112" fmla="*/ 113015 h 1403970"/>
                  <a:gd name="connsiteX1-113" fmla="*/ 12171503 w 12171503"/>
                  <a:gd name="connsiteY1-114" fmla="*/ 0 h 1403970"/>
                  <a:gd name="connsiteX2-115" fmla="*/ 12161229 w 12171503"/>
                  <a:gd name="connsiteY2-116" fmla="*/ 840768 h 1403970"/>
                  <a:gd name="connsiteX3-117" fmla="*/ 10119 w 12171503"/>
                  <a:gd name="connsiteY3-118" fmla="*/ 193495 h 1403970"/>
                  <a:gd name="connsiteX4-119" fmla="*/ 0 w 12171503"/>
                  <a:gd name="connsiteY4-120" fmla="*/ 113015 h 1403970"/>
                  <a:gd name="connsiteX0-121" fmla="*/ 0 w 12171503"/>
                  <a:gd name="connsiteY0-122" fmla="*/ 113015 h 1403970"/>
                  <a:gd name="connsiteX1-123" fmla="*/ 12171503 w 12171503"/>
                  <a:gd name="connsiteY1-124" fmla="*/ 0 h 1403970"/>
                  <a:gd name="connsiteX2-125" fmla="*/ 12161229 w 12171503"/>
                  <a:gd name="connsiteY2-126" fmla="*/ 840768 h 1403970"/>
                  <a:gd name="connsiteX3-127" fmla="*/ 10119 w 12171503"/>
                  <a:gd name="connsiteY3-128" fmla="*/ 193495 h 1403970"/>
                  <a:gd name="connsiteX4-129" fmla="*/ 0 w 12171503"/>
                  <a:gd name="connsiteY4-130" fmla="*/ 113015 h 140397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2171503" h="1403970">
                    <a:moveTo>
                      <a:pt x="0" y="113015"/>
                    </a:moveTo>
                    <a:cubicBezTo>
                      <a:pt x="4022903" y="770561"/>
                      <a:pt x="8117777" y="1448656"/>
                      <a:pt x="12171503" y="0"/>
                    </a:cubicBezTo>
                    <a:lnTo>
                      <a:pt x="12161229" y="840768"/>
                    </a:lnTo>
                    <a:cubicBezTo>
                      <a:pt x="8080106" y="2012021"/>
                      <a:pt x="3896034" y="1138718"/>
                      <a:pt x="10119" y="193495"/>
                    </a:cubicBezTo>
                    <a:lnTo>
                      <a:pt x="0" y="1130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矩形 11"/>
            <p:cNvSpPr/>
            <p:nvPr/>
          </p:nvSpPr>
          <p:spPr>
            <a:xfrm>
              <a:off x="-20416" y="3913454"/>
              <a:ext cx="12212416" cy="1196417"/>
            </a:xfrm>
            <a:custGeom>
              <a:avLst/>
              <a:gdLst>
                <a:gd name="connsiteX0" fmla="*/ 0 w 12192000"/>
                <a:gd name="connsiteY0" fmla="*/ 0 h 1857910"/>
                <a:gd name="connsiteX1" fmla="*/ 12192000 w 12192000"/>
                <a:gd name="connsiteY1" fmla="*/ 0 h 1857910"/>
                <a:gd name="connsiteX2" fmla="*/ 12192000 w 12192000"/>
                <a:gd name="connsiteY2" fmla="*/ 1857910 h 1857910"/>
                <a:gd name="connsiteX3" fmla="*/ 0 w 12192000"/>
                <a:gd name="connsiteY3" fmla="*/ 1857910 h 1857910"/>
                <a:gd name="connsiteX4" fmla="*/ 0 w 12192000"/>
                <a:gd name="connsiteY4" fmla="*/ 0 h 1857910"/>
                <a:gd name="connsiteX0-1" fmla="*/ 0 w 12192000"/>
                <a:gd name="connsiteY0-2" fmla="*/ 0 h 1857910"/>
                <a:gd name="connsiteX1-3" fmla="*/ 12192000 w 12192000"/>
                <a:gd name="connsiteY1-4" fmla="*/ 0 h 1857910"/>
                <a:gd name="connsiteX2-5" fmla="*/ 12181726 w 12192000"/>
                <a:gd name="connsiteY2-6" fmla="*/ 840768 h 1857910"/>
                <a:gd name="connsiteX3-7" fmla="*/ 0 w 12192000"/>
                <a:gd name="connsiteY3-8" fmla="*/ 1857910 h 1857910"/>
                <a:gd name="connsiteX4-9" fmla="*/ 0 w 12192000"/>
                <a:gd name="connsiteY4-10" fmla="*/ 0 h 1857910"/>
                <a:gd name="connsiteX0-11" fmla="*/ 0 w 12192000"/>
                <a:gd name="connsiteY0-12" fmla="*/ 0 h 1857910"/>
                <a:gd name="connsiteX1-13" fmla="*/ 12192000 w 12192000"/>
                <a:gd name="connsiteY1-14" fmla="*/ 0 h 1857910"/>
                <a:gd name="connsiteX2-15" fmla="*/ 12181726 w 12192000"/>
                <a:gd name="connsiteY2-16" fmla="*/ 840768 h 1857910"/>
                <a:gd name="connsiteX3-17" fmla="*/ 0 w 12192000"/>
                <a:gd name="connsiteY3-18" fmla="*/ 1857910 h 1857910"/>
                <a:gd name="connsiteX4-19" fmla="*/ 0 w 12192000"/>
                <a:gd name="connsiteY4-20" fmla="*/ 0 h 1857910"/>
                <a:gd name="connsiteX0-21" fmla="*/ 30823 w 12222823"/>
                <a:gd name="connsiteY0-22" fmla="*/ 0 h 1209480"/>
                <a:gd name="connsiteX1-23" fmla="*/ 12222823 w 12222823"/>
                <a:gd name="connsiteY1-24" fmla="*/ 0 h 1209480"/>
                <a:gd name="connsiteX2-25" fmla="*/ 12212549 w 12222823"/>
                <a:gd name="connsiteY2-26" fmla="*/ 840768 h 1209480"/>
                <a:gd name="connsiteX3-27" fmla="*/ 0 w 12222823"/>
                <a:gd name="connsiteY3-28" fmla="*/ 327060 h 1209480"/>
                <a:gd name="connsiteX4-29" fmla="*/ 30823 w 12222823"/>
                <a:gd name="connsiteY4-30" fmla="*/ 0 h 1209480"/>
                <a:gd name="connsiteX0-31" fmla="*/ 30823 w 12222823"/>
                <a:gd name="connsiteY0-32" fmla="*/ 0 h 1209480"/>
                <a:gd name="connsiteX1-33" fmla="*/ 12222823 w 12222823"/>
                <a:gd name="connsiteY1-34" fmla="*/ 0 h 1209480"/>
                <a:gd name="connsiteX2-35" fmla="*/ 12212549 w 12222823"/>
                <a:gd name="connsiteY2-36" fmla="*/ 840768 h 1209480"/>
                <a:gd name="connsiteX3-37" fmla="*/ 0 w 12222823"/>
                <a:gd name="connsiteY3-38" fmla="*/ 327060 h 1209480"/>
                <a:gd name="connsiteX4-39" fmla="*/ 30823 w 12222823"/>
                <a:gd name="connsiteY4-40" fmla="*/ 0 h 1209480"/>
                <a:gd name="connsiteX0-41" fmla="*/ 10275 w 12202275"/>
                <a:gd name="connsiteY0-42" fmla="*/ 0 h 1209480"/>
                <a:gd name="connsiteX1-43" fmla="*/ 12202275 w 12202275"/>
                <a:gd name="connsiteY1-44" fmla="*/ 0 h 1209480"/>
                <a:gd name="connsiteX2-45" fmla="*/ 12192001 w 12202275"/>
                <a:gd name="connsiteY2-46" fmla="*/ 840768 h 1209480"/>
                <a:gd name="connsiteX3-47" fmla="*/ 0 w 12202275"/>
                <a:gd name="connsiteY3-48" fmla="*/ 327060 h 1209480"/>
                <a:gd name="connsiteX4-49" fmla="*/ 10275 w 12202275"/>
                <a:gd name="connsiteY4-50" fmla="*/ 0 h 1209480"/>
                <a:gd name="connsiteX0-51" fmla="*/ 10275 w 12202275"/>
                <a:gd name="connsiteY0-52" fmla="*/ 0 h 1442455"/>
                <a:gd name="connsiteX1-53" fmla="*/ 12202275 w 12202275"/>
                <a:gd name="connsiteY1-54" fmla="*/ 0 h 1442455"/>
                <a:gd name="connsiteX2-55" fmla="*/ 12192001 w 12202275"/>
                <a:gd name="connsiteY2-56" fmla="*/ 840768 h 1442455"/>
                <a:gd name="connsiteX3-57" fmla="*/ 0 w 12202275"/>
                <a:gd name="connsiteY3-58" fmla="*/ 327060 h 1442455"/>
                <a:gd name="connsiteX4-59" fmla="*/ 10275 w 12202275"/>
                <a:gd name="connsiteY4-60" fmla="*/ 0 h 1442455"/>
                <a:gd name="connsiteX0-61" fmla="*/ 10275 w 12202275"/>
                <a:gd name="connsiteY0-62" fmla="*/ 0 h 1442455"/>
                <a:gd name="connsiteX1-63" fmla="*/ 12202275 w 12202275"/>
                <a:gd name="connsiteY1-64" fmla="*/ 0 h 1442455"/>
                <a:gd name="connsiteX2-65" fmla="*/ 12192001 w 12202275"/>
                <a:gd name="connsiteY2-66" fmla="*/ 840768 h 1442455"/>
                <a:gd name="connsiteX3-67" fmla="*/ 0 w 12202275"/>
                <a:gd name="connsiteY3-68" fmla="*/ 327060 h 1442455"/>
                <a:gd name="connsiteX4-69" fmla="*/ 10275 w 12202275"/>
                <a:gd name="connsiteY4-70" fmla="*/ 0 h 1442455"/>
                <a:gd name="connsiteX0-71" fmla="*/ 10275 w 12202275"/>
                <a:gd name="connsiteY0-72" fmla="*/ 0 h 1442455"/>
                <a:gd name="connsiteX1-73" fmla="*/ 12202275 w 12202275"/>
                <a:gd name="connsiteY1-74" fmla="*/ 0 h 1442455"/>
                <a:gd name="connsiteX2-75" fmla="*/ 12192001 w 12202275"/>
                <a:gd name="connsiteY2-76" fmla="*/ 840768 h 1442455"/>
                <a:gd name="connsiteX3-77" fmla="*/ 0 w 12202275"/>
                <a:gd name="connsiteY3-78" fmla="*/ 327060 h 1442455"/>
                <a:gd name="connsiteX4-79" fmla="*/ 10275 w 12202275"/>
                <a:gd name="connsiteY4-80" fmla="*/ 0 h 1442455"/>
                <a:gd name="connsiteX0-81" fmla="*/ 10275 w 12202275"/>
                <a:gd name="connsiteY0-82" fmla="*/ 102741 h 1442455"/>
                <a:gd name="connsiteX1-83" fmla="*/ 12202275 w 12202275"/>
                <a:gd name="connsiteY1-84" fmla="*/ 0 h 1442455"/>
                <a:gd name="connsiteX2-85" fmla="*/ 12192001 w 12202275"/>
                <a:gd name="connsiteY2-86" fmla="*/ 840768 h 1442455"/>
                <a:gd name="connsiteX3-87" fmla="*/ 0 w 12202275"/>
                <a:gd name="connsiteY3-88" fmla="*/ 327060 h 1442455"/>
                <a:gd name="connsiteX4-89" fmla="*/ 10275 w 12202275"/>
                <a:gd name="connsiteY4-90" fmla="*/ 102741 h 1442455"/>
                <a:gd name="connsiteX0-91" fmla="*/ 51372 w 12243372"/>
                <a:gd name="connsiteY0-92" fmla="*/ 102741 h 1392953"/>
                <a:gd name="connsiteX1-93" fmla="*/ 12243372 w 12243372"/>
                <a:gd name="connsiteY1-94" fmla="*/ 0 h 1392953"/>
                <a:gd name="connsiteX2-95" fmla="*/ 12233098 w 12243372"/>
                <a:gd name="connsiteY2-96" fmla="*/ 840768 h 1392953"/>
                <a:gd name="connsiteX3-97" fmla="*/ 0 w 12243372"/>
                <a:gd name="connsiteY3-98" fmla="*/ 152399 h 1392953"/>
                <a:gd name="connsiteX4-99" fmla="*/ 51372 w 12243372"/>
                <a:gd name="connsiteY4-100" fmla="*/ 102741 h 1392953"/>
                <a:gd name="connsiteX0-101" fmla="*/ 0 w 12192000"/>
                <a:gd name="connsiteY0-102" fmla="*/ 102741 h 1403970"/>
                <a:gd name="connsiteX1-103" fmla="*/ 12192000 w 12192000"/>
                <a:gd name="connsiteY1-104" fmla="*/ 0 h 1403970"/>
                <a:gd name="connsiteX2-105" fmla="*/ 12181726 w 12192000"/>
                <a:gd name="connsiteY2-106" fmla="*/ 840768 h 1403970"/>
                <a:gd name="connsiteX3-107" fmla="*/ 30616 w 12192000"/>
                <a:gd name="connsiteY3-108" fmla="*/ 193495 h 1403970"/>
                <a:gd name="connsiteX4-109" fmla="*/ 0 w 12192000"/>
                <a:gd name="connsiteY4-110" fmla="*/ 102741 h 1403970"/>
                <a:gd name="connsiteX0-111" fmla="*/ 0 w 12171503"/>
                <a:gd name="connsiteY0-112" fmla="*/ 113015 h 1403970"/>
                <a:gd name="connsiteX1-113" fmla="*/ 12171503 w 12171503"/>
                <a:gd name="connsiteY1-114" fmla="*/ 0 h 1403970"/>
                <a:gd name="connsiteX2-115" fmla="*/ 12161229 w 12171503"/>
                <a:gd name="connsiteY2-116" fmla="*/ 840768 h 1403970"/>
                <a:gd name="connsiteX3-117" fmla="*/ 10119 w 12171503"/>
                <a:gd name="connsiteY3-118" fmla="*/ 193495 h 1403970"/>
                <a:gd name="connsiteX4-119" fmla="*/ 0 w 12171503"/>
                <a:gd name="connsiteY4-120" fmla="*/ 113015 h 1403970"/>
                <a:gd name="connsiteX0-121" fmla="*/ 0 w 12171503"/>
                <a:gd name="connsiteY0-122" fmla="*/ 113015 h 1403970"/>
                <a:gd name="connsiteX1-123" fmla="*/ 12171503 w 12171503"/>
                <a:gd name="connsiteY1-124" fmla="*/ 0 h 1403970"/>
                <a:gd name="connsiteX2-125" fmla="*/ 12161229 w 12171503"/>
                <a:gd name="connsiteY2-126" fmla="*/ 840768 h 1403970"/>
                <a:gd name="connsiteX3-127" fmla="*/ 10119 w 12171503"/>
                <a:gd name="connsiteY3-128" fmla="*/ 193495 h 1403970"/>
                <a:gd name="connsiteX4-129" fmla="*/ 0 w 12171503"/>
                <a:gd name="connsiteY4-130" fmla="*/ 113015 h 1403970"/>
                <a:gd name="connsiteX0-131" fmla="*/ 0 w 12171503"/>
                <a:gd name="connsiteY0-132" fmla="*/ 75144 h 1403970"/>
                <a:gd name="connsiteX1-133" fmla="*/ 12171503 w 12171503"/>
                <a:gd name="connsiteY1-134" fmla="*/ 0 h 1403970"/>
                <a:gd name="connsiteX2-135" fmla="*/ 12161229 w 12171503"/>
                <a:gd name="connsiteY2-136" fmla="*/ 840768 h 1403970"/>
                <a:gd name="connsiteX3-137" fmla="*/ 10119 w 12171503"/>
                <a:gd name="connsiteY3-138" fmla="*/ 193495 h 1403970"/>
                <a:gd name="connsiteX4-139" fmla="*/ 0 w 12171503"/>
                <a:gd name="connsiteY4-140" fmla="*/ 75144 h 1403970"/>
                <a:gd name="connsiteX0-141" fmla="*/ 0 w 12171503"/>
                <a:gd name="connsiteY0-142" fmla="*/ 75144 h 1403970"/>
                <a:gd name="connsiteX1-143" fmla="*/ 12171503 w 12171503"/>
                <a:gd name="connsiteY1-144" fmla="*/ 0 h 1403970"/>
                <a:gd name="connsiteX2-145" fmla="*/ 12161229 w 12171503"/>
                <a:gd name="connsiteY2-146" fmla="*/ 840768 h 1403970"/>
                <a:gd name="connsiteX3-147" fmla="*/ 10119 w 12171503"/>
                <a:gd name="connsiteY3-148" fmla="*/ 193495 h 1403970"/>
                <a:gd name="connsiteX4-149" fmla="*/ 0 w 12171503"/>
                <a:gd name="connsiteY4-150" fmla="*/ 75144 h 1403970"/>
                <a:gd name="connsiteX0-151" fmla="*/ 0 w 12171503"/>
                <a:gd name="connsiteY0-152" fmla="*/ 75144 h 1403970"/>
                <a:gd name="connsiteX1-153" fmla="*/ 12171503 w 12171503"/>
                <a:gd name="connsiteY1-154" fmla="*/ 0 h 1403970"/>
                <a:gd name="connsiteX2-155" fmla="*/ 12169826 w 12171503"/>
                <a:gd name="connsiteY2-156" fmla="*/ 840768 h 1403970"/>
                <a:gd name="connsiteX3-157" fmla="*/ 10119 w 12171503"/>
                <a:gd name="connsiteY3-158" fmla="*/ 193495 h 1403970"/>
                <a:gd name="connsiteX4-159" fmla="*/ 0 w 12171503"/>
                <a:gd name="connsiteY4-160" fmla="*/ 75144 h 14039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171503" h="1403970">
                  <a:moveTo>
                    <a:pt x="0" y="75144"/>
                  </a:moveTo>
                  <a:cubicBezTo>
                    <a:pt x="4012182" y="858929"/>
                    <a:pt x="8117777" y="1448656"/>
                    <a:pt x="12171503" y="0"/>
                  </a:cubicBezTo>
                  <a:lnTo>
                    <a:pt x="12169826" y="840768"/>
                  </a:lnTo>
                  <a:cubicBezTo>
                    <a:pt x="8088703" y="2012021"/>
                    <a:pt x="3896034" y="1138718"/>
                    <a:pt x="10119" y="193495"/>
                  </a:cubicBezTo>
                  <a:lnTo>
                    <a:pt x="0" y="7514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7000">
                  <a:srgbClr val="9FD8F6"/>
                </a:gs>
                <a:gs pos="68000">
                  <a:srgbClr val="2F98CF"/>
                </a:gs>
                <a:gs pos="0">
                  <a:srgbClr val="2999D0"/>
                </a:gs>
                <a:gs pos="49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86003" y="900800"/>
            <a:ext cx="6497394" cy="2063597"/>
          </a:xfrm>
        </p:spPr>
        <p:txBody>
          <a:bodyPr anchor="ctr">
            <a:normAutofit/>
          </a:bodyPr>
          <a:lstStyle>
            <a:lvl1pPr algn="l">
              <a:defRPr sz="6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4"/>
          </p:nvPr>
        </p:nvSpPr>
        <p:spPr>
          <a:xfrm>
            <a:off x="9245600" y="6579255"/>
            <a:ext cx="2936125" cy="207105"/>
          </a:xfr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>
                <a:solidFill>
                  <a:prstClr val="black"/>
                </a:solidFill>
              </a:rPr>
              <a:t>@ </a:t>
            </a:r>
            <a:r>
              <a:rPr lang="zh-CN" altLang="en-US">
                <a:solidFill>
                  <a:prstClr val="black"/>
                </a:solidFill>
              </a:rPr>
              <a:t>版权所有：三花汽零 严禁外泄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5094254" y="6129255"/>
            <a:ext cx="2003491" cy="45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baseline="0">
                <a:latin typeface="+mn-ea"/>
                <a:ea typeface="+mn-ea"/>
              </a:defRPr>
            </a:lvl1pPr>
          </a:lstStyle>
          <a:p>
            <a:r>
              <a:rPr lang="zh-CN" altLang="en-US"/>
              <a:t>单击编辑汇报时间</a:t>
            </a:r>
            <a:endParaRPr lang="en-US" altLang="zh-CN" dirty="0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82470" y="6196486"/>
            <a:ext cx="1757264" cy="588931"/>
            <a:chOff x="155576" y="6223380"/>
            <a:chExt cx="1757264" cy="588931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5576" y="6314819"/>
              <a:ext cx="440453" cy="440453"/>
            </a:xfrm>
            <a:prstGeom prst="roundRect">
              <a:avLst>
                <a:gd name="adj" fmla="val 9570"/>
              </a:avLst>
            </a:prstGeom>
          </p:spPr>
        </p:pic>
        <p:pic>
          <p:nvPicPr>
            <p:cNvPr id="23" name="图片 2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33399" y="6223380"/>
              <a:ext cx="1379441" cy="588931"/>
            </a:xfrm>
            <a:prstGeom prst="rect">
              <a:avLst/>
            </a:prstGeom>
          </p:spPr>
        </p:pic>
      </p:grpSp>
      <p:sp>
        <p:nvSpPr>
          <p:cNvPr id="24" name="内容占位符 16"/>
          <p:cNvSpPr>
            <a:spLocks noGrp="1"/>
          </p:cNvSpPr>
          <p:nvPr>
            <p:ph sz="quarter" idx="15" hasCustomPrompt="1"/>
          </p:nvPr>
        </p:nvSpPr>
        <p:spPr>
          <a:xfrm>
            <a:off x="5094254" y="5628030"/>
            <a:ext cx="2003491" cy="45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baseline="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单击编辑汇报人             </a:t>
            </a:r>
            <a:endParaRPr lang="en-US" altLang="zh-CN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 userDrawn="1"/>
        </p:nvGraphicFramePr>
        <p:xfrm>
          <a:off x="8777091" y="129601"/>
          <a:ext cx="3060000" cy="18000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756000"/>
                <a:gridCol w="180000"/>
                <a:gridCol w="396000"/>
                <a:gridCol w="180000"/>
                <a:gridCol w="396000"/>
                <a:gridCol w="180000"/>
                <a:gridCol w="396000"/>
                <a:gridCol w="180000"/>
                <a:gridCol w="396000"/>
              </a:tblGrid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cap="none" spc="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文件密级</a:t>
                      </a:r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kern="1200" cap="none" spc="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公开</a:t>
                      </a:r>
                      <a:endParaRPr lang="en-US" altLang="zh-CN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kern="1200" cap="none" spc="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内部</a:t>
                      </a:r>
                      <a:endParaRPr lang="en-US" altLang="zh-CN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kern="1200" cap="none" spc="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秘密</a:t>
                      </a:r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cap="none" spc="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绝密</a:t>
                      </a:r>
                      <a:endParaRPr lang="zh-CN" altLang="en-US" sz="900" b="1" kern="1200" cap="none" spc="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 userDrawn="1"/>
        </p:nvSpPr>
        <p:spPr>
          <a:xfrm>
            <a:off x="91325" y="128664"/>
            <a:ext cx="2053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>
                <a:solidFill>
                  <a:prstClr val="white">
                    <a:lumMod val="85000"/>
                  </a:prstClr>
                </a:solidFill>
              </a:rPr>
              <a:t>FOR-Q/SHQL G15.024-002-A2</a:t>
            </a:r>
            <a:endParaRPr lang="zh-CN" altLang="en-US" sz="900" b="1" dirty="0">
              <a:solidFill>
                <a:prstClr val="white">
                  <a:lumMod val="85000"/>
                </a:prstClr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00934" y="467975"/>
            <a:ext cx="5180791" cy="3590037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 flipV="1">
            <a:off x="1" y="6383128"/>
            <a:ext cx="12222584" cy="471821"/>
            <a:chOff x="-20310" y="0"/>
            <a:chExt cx="12212309" cy="4235770"/>
          </a:xfrm>
        </p:grpSpPr>
        <p:sp>
          <p:nvSpPr>
            <p:cNvPr id="15" name="矩形 2"/>
            <p:cNvSpPr/>
            <p:nvPr/>
          </p:nvSpPr>
          <p:spPr>
            <a:xfrm>
              <a:off x="-18737" y="0"/>
              <a:ext cx="12210735" cy="4054595"/>
            </a:xfrm>
            <a:custGeom>
              <a:avLst/>
              <a:gdLst>
                <a:gd name="connsiteX0" fmla="*/ 0 w 12192000"/>
                <a:gd name="connsiteY0" fmla="*/ 0 h 4425092"/>
                <a:gd name="connsiteX1" fmla="*/ 12192000 w 12192000"/>
                <a:gd name="connsiteY1" fmla="*/ 0 h 4425092"/>
                <a:gd name="connsiteX2" fmla="*/ 12192000 w 12192000"/>
                <a:gd name="connsiteY2" fmla="*/ 4425092 h 4425092"/>
                <a:gd name="connsiteX3" fmla="*/ 0 w 12192000"/>
                <a:gd name="connsiteY3" fmla="*/ 4425092 h 4425092"/>
                <a:gd name="connsiteX4" fmla="*/ 0 w 12192000"/>
                <a:gd name="connsiteY4" fmla="*/ 0 h 4425092"/>
                <a:gd name="connsiteX0-1" fmla="*/ 0 w 12192000"/>
                <a:gd name="connsiteY0-2" fmla="*/ 0 h 5014144"/>
                <a:gd name="connsiteX1-3" fmla="*/ 12192000 w 12192000"/>
                <a:gd name="connsiteY1-4" fmla="*/ 0 h 5014144"/>
                <a:gd name="connsiteX2-5" fmla="*/ 12192000 w 12192000"/>
                <a:gd name="connsiteY2-6" fmla="*/ 4425092 h 5014144"/>
                <a:gd name="connsiteX3-7" fmla="*/ 0 w 12192000"/>
                <a:gd name="connsiteY3-8" fmla="*/ 4425092 h 5014144"/>
                <a:gd name="connsiteX4-9" fmla="*/ 0 w 12192000"/>
                <a:gd name="connsiteY4-10" fmla="*/ 0 h 5014144"/>
                <a:gd name="connsiteX0-11" fmla="*/ 0 w 12192000"/>
                <a:gd name="connsiteY0-12" fmla="*/ 0 h 5154624"/>
                <a:gd name="connsiteX1-13" fmla="*/ 12192000 w 12192000"/>
                <a:gd name="connsiteY1-14" fmla="*/ 0 h 5154624"/>
                <a:gd name="connsiteX2-15" fmla="*/ 12192000 w 12192000"/>
                <a:gd name="connsiteY2-16" fmla="*/ 4425092 h 5154624"/>
                <a:gd name="connsiteX3-17" fmla="*/ 0 w 12192000"/>
                <a:gd name="connsiteY3-18" fmla="*/ 4425092 h 5154624"/>
                <a:gd name="connsiteX4-19" fmla="*/ 0 w 12192000"/>
                <a:gd name="connsiteY4-20" fmla="*/ 0 h 5154624"/>
                <a:gd name="connsiteX0-21" fmla="*/ 0 w 12192000"/>
                <a:gd name="connsiteY0-22" fmla="*/ 0 h 4481065"/>
                <a:gd name="connsiteX1-23" fmla="*/ 12192000 w 12192000"/>
                <a:gd name="connsiteY1-24" fmla="*/ 0 h 4481065"/>
                <a:gd name="connsiteX2-25" fmla="*/ 12192000 w 12192000"/>
                <a:gd name="connsiteY2-26" fmla="*/ 4425092 h 4481065"/>
                <a:gd name="connsiteX3-27" fmla="*/ 0 w 12192000"/>
                <a:gd name="connsiteY3-28" fmla="*/ 4425092 h 4481065"/>
                <a:gd name="connsiteX4-29" fmla="*/ 0 w 12192000"/>
                <a:gd name="connsiteY4-30" fmla="*/ 0 h 4481065"/>
                <a:gd name="connsiteX0-31" fmla="*/ 0 w 12192000"/>
                <a:gd name="connsiteY0-32" fmla="*/ 0 h 4425093"/>
                <a:gd name="connsiteX1-33" fmla="*/ 12192000 w 12192000"/>
                <a:gd name="connsiteY1-34" fmla="*/ 0 h 4425093"/>
                <a:gd name="connsiteX2-35" fmla="*/ 12192000 w 12192000"/>
                <a:gd name="connsiteY2-36" fmla="*/ 4425092 h 4425093"/>
                <a:gd name="connsiteX3-37" fmla="*/ 0 w 12192000"/>
                <a:gd name="connsiteY3-38" fmla="*/ 4425092 h 4425093"/>
                <a:gd name="connsiteX4-39" fmla="*/ 0 w 12192000"/>
                <a:gd name="connsiteY4-40" fmla="*/ 0 h 4425093"/>
                <a:gd name="connsiteX0-41" fmla="*/ 0 w 12200453"/>
                <a:gd name="connsiteY0-42" fmla="*/ 0 h 4425093"/>
                <a:gd name="connsiteX1-43" fmla="*/ 12200453 w 12200453"/>
                <a:gd name="connsiteY1-44" fmla="*/ 0 h 4425093"/>
                <a:gd name="connsiteX2-45" fmla="*/ 12200453 w 12200453"/>
                <a:gd name="connsiteY2-46" fmla="*/ 4425092 h 4425093"/>
                <a:gd name="connsiteX3-47" fmla="*/ 8453 w 12200453"/>
                <a:gd name="connsiteY3-48" fmla="*/ 4425092 h 4425093"/>
                <a:gd name="connsiteX4-49" fmla="*/ 0 w 12200453"/>
                <a:gd name="connsiteY4-50" fmla="*/ 0 h 44250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200453" h="4425093">
                  <a:moveTo>
                    <a:pt x="0" y="0"/>
                  </a:moveTo>
                  <a:lnTo>
                    <a:pt x="12200453" y="0"/>
                  </a:lnTo>
                  <a:lnTo>
                    <a:pt x="12200453" y="4425092"/>
                  </a:lnTo>
                  <a:cubicBezTo>
                    <a:pt x="8168032" y="1284238"/>
                    <a:pt x="4072453" y="3163061"/>
                    <a:pt x="8453" y="4425092"/>
                  </a:cubicBezTo>
                  <a:cubicBezTo>
                    <a:pt x="5635" y="2950061"/>
                    <a:pt x="2818" y="1475031"/>
                    <a:pt x="0" y="0"/>
                  </a:cubicBezTo>
                  <a:close/>
                </a:path>
              </a:pathLst>
            </a:custGeom>
            <a:solidFill>
              <a:srgbClr val="1635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1"/>
            <p:cNvSpPr/>
            <p:nvPr/>
          </p:nvSpPr>
          <p:spPr>
            <a:xfrm flipV="1">
              <a:off x="-20310" y="1674098"/>
              <a:ext cx="12212309" cy="2561672"/>
            </a:xfrm>
            <a:custGeom>
              <a:avLst/>
              <a:gdLst>
                <a:gd name="connsiteX0" fmla="*/ 0 w 12192000"/>
                <a:gd name="connsiteY0" fmla="*/ 0 h 1857910"/>
                <a:gd name="connsiteX1" fmla="*/ 12192000 w 12192000"/>
                <a:gd name="connsiteY1" fmla="*/ 0 h 1857910"/>
                <a:gd name="connsiteX2" fmla="*/ 12192000 w 12192000"/>
                <a:gd name="connsiteY2" fmla="*/ 1857910 h 1857910"/>
                <a:gd name="connsiteX3" fmla="*/ 0 w 12192000"/>
                <a:gd name="connsiteY3" fmla="*/ 1857910 h 1857910"/>
                <a:gd name="connsiteX4" fmla="*/ 0 w 12192000"/>
                <a:gd name="connsiteY4" fmla="*/ 0 h 1857910"/>
                <a:gd name="connsiteX0-1" fmla="*/ 0 w 12192000"/>
                <a:gd name="connsiteY0-2" fmla="*/ 0 h 1857910"/>
                <a:gd name="connsiteX1-3" fmla="*/ 12192000 w 12192000"/>
                <a:gd name="connsiteY1-4" fmla="*/ 0 h 1857910"/>
                <a:gd name="connsiteX2-5" fmla="*/ 12181726 w 12192000"/>
                <a:gd name="connsiteY2-6" fmla="*/ 840768 h 1857910"/>
                <a:gd name="connsiteX3-7" fmla="*/ 0 w 12192000"/>
                <a:gd name="connsiteY3-8" fmla="*/ 1857910 h 1857910"/>
                <a:gd name="connsiteX4-9" fmla="*/ 0 w 12192000"/>
                <a:gd name="connsiteY4-10" fmla="*/ 0 h 1857910"/>
                <a:gd name="connsiteX0-11" fmla="*/ 0 w 12192000"/>
                <a:gd name="connsiteY0-12" fmla="*/ 0 h 1857910"/>
                <a:gd name="connsiteX1-13" fmla="*/ 12192000 w 12192000"/>
                <a:gd name="connsiteY1-14" fmla="*/ 0 h 1857910"/>
                <a:gd name="connsiteX2-15" fmla="*/ 12181726 w 12192000"/>
                <a:gd name="connsiteY2-16" fmla="*/ 840768 h 1857910"/>
                <a:gd name="connsiteX3-17" fmla="*/ 0 w 12192000"/>
                <a:gd name="connsiteY3-18" fmla="*/ 1857910 h 1857910"/>
                <a:gd name="connsiteX4-19" fmla="*/ 0 w 12192000"/>
                <a:gd name="connsiteY4-20" fmla="*/ 0 h 1857910"/>
                <a:gd name="connsiteX0-21" fmla="*/ 30823 w 12222823"/>
                <a:gd name="connsiteY0-22" fmla="*/ 0 h 1209480"/>
                <a:gd name="connsiteX1-23" fmla="*/ 12222823 w 12222823"/>
                <a:gd name="connsiteY1-24" fmla="*/ 0 h 1209480"/>
                <a:gd name="connsiteX2-25" fmla="*/ 12212549 w 12222823"/>
                <a:gd name="connsiteY2-26" fmla="*/ 840768 h 1209480"/>
                <a:gd name="connsiteX3-27" fmla="*/ 0 w 12222823"/>
                <a:gd name="connsiteY3-28" fmla="*/ 327060 h 1209480"/>
                <a:gd name="connsiteX4-29" fmla="*/ 30823 w 12222823"/>
                <a:gd name="connsiteY4-30" fmla="*/ 0 h 1209480"/>
                <a:gd name="connsiteX0-31" fmla="*/ 30823 w 12222823"/>
                <a:gd name="connsiteY0-32" fmla="*/ 0 h 1209480"/>
                <a:gd name="connsiteX1-33" fmla="*/ 12222823 w 12222823"/>
                <a:gd name="connsiteY1-34" fmla="*/ 0 h 1209480"/>
                <a:gd name="connsiteX2-35" fmla="*/ 12212549 w 12222823"/>
                <a:gd name="connsiteY2-36" fmla="*/ 840768 h 1209480"/>
                <a:gd name="connsiteX3-37" fmla="*/ 0 w 12222823"/>
                <a:gd name="connsiteY3-38" fmla="*/ 327060 h 1209480"/>
                <a:gd name="connsiteX4-39" fmla="*/ 30823 w 12222823"/>
                <a:gd name="connsiteY4-40" fmla="*/ 0 h 1209480"/>
                <a:gd name="connsiteX0-41" fmla="*/ 10275 w 12202275"/>
                <a:gd name="connsiteY0-42" fmla="*/ 0 h 1209480"/>
                <a:gd name="connsiteX1-43" fmla="*/ 12202275 w 12202275"/>
                <a:gd name="connsiteY1-44" fmla="*/ 0 h 1209480"/>
                <a:gd name="connsiteX2-45" fmla="*/ 12192001 w 12202275"/>
                <a:gd name="connsiteY2-46" fmla="*/ 840768 h 1209480"/>
                <a:gd name="connsiteX3-47" fmla="*/ 0 w 12202275"/>
                <a:gd name="connsiteY3-48" fmla="*/ 327060 h 1209480"/>
                <a:gd name="connsiteX4-49" fmla="*/ 10275 w 12202275"/>
                <a:gd name="connsiteY4-50" fmla="*/ 0 h 1209480"/>
                <a:gd name="connsiteX0-51" fmla="*/ 10275 w 12202275"/>
                <a:gd name="connsiteY0-52" fmla="*/ 0 h 1442455"/>
                <a:gd name="connsiteX1-53" fmla="*/ 12202275 w 12202275"/>
                <a:gd name="connsiteY1-54" fmla="*/ 0 h 1442455"/>
                <a:gd name="connsiteX2-55" fmla="*/ 12192001 w 12202275"/>
                <a:gd name="connsiteY2-56" fmla="*/ 840768 h 1442455"/>
                <a:gd name="connsiteX3-57" fmla="*/ 0 w 12202275"/>
                <a:gd name="connsiteY3-58" fmla="*/ 327060 h 1442455"/>
                <a:gd name="connsiteX4-59" fmla="*/ 10275 w 12202275"/>
                <a:gd name="connsiteY4-60" fmla="*/ 0 h 1442455"/>
                <a:gd name="connsiteX0-61" fmla="*/ 10275 w 12202275"/>
                <a:gd name="connsiteY0-62" fmla="*/ 0 h 1442455"/>
                <a:gd name="connsiteX1-63" fmla="*/ 12202275 w 12202275"/>
                <a:gd name="connsiteY1-64" fmla="*/ 0 h 1442455"/>
                <a:gd name="connsiteX2-65" fmla="*/ 12192001 w 12202275"/>
                <a:gd name="connsiteY2-66" fmla="*/ 840768 h 1442455"/>
                <a:gd name="connsiteX3-67" fmla="*/ 0 w 12202275"/>
                <a:gd name="connsiteY3-68" fmla="*/ 327060 h 1442455"/>
                <a:gd name="connsiteX4-69" fmla="*/ 10275 w 12202275"/>
                <a:gd name="connsiteY4-70" fmla="*/ 0 h 1442455"/>
                <a:gd name="connsiteX0-71" fmla="*/ 10275 w 12202275"/>
                <a:gd name="connsiteY0-72" fmla="*/ 0 h 1442455"/>
                <a:gd name="connsiteX1-73" fmla="*/ 12202275 w 12202275"/>
                <a:gd name="connsiteY1-74" fmla="*/ 0 h 1442455"/>
                <a:gd name="connsiteX2-75" fmla="*/ 12192001 w 12202275"/>
                <a:gd name="connsiteY2-76" fmla="*/ 840768 h 1442455"/>
                <a:gd name="connsiteX3-77" fmla="*/ 0 w 12202275"/>
                <a:gd name="connsiteY3-78" fmla="*/ 327060 h 1442455"/>
                <a:gd name="connsiteX4-79" fmla="*/ 10275 w 12202275"/>
                <a:gd name="connsiteY4-80" fmla="*/ 0 h 1442455"/>
                <a:gd name="connsiteX0-81" fmla="*/ 10275 w 12202275"/>
                <a:gd name="connsiteY0-82" fmla="*/ 102741 h 1442455"/>
                <a:gd name="connsiteX1-83" fmla="*/ 12202275 w 12202275"/>
                <a:gd name="connsiteY1-84" fmla="*/ 0 h 1442455"/>
                <a:gd name="connsiteX2-85" fmla="*/ 12192001 w 12202275"/>
                <a:gd name="connsiteY2-86" fmla="*/ 840768 h 1442455"/>
                <a:gd name="connsiteX3-87" fmla="*/ 0 w 12202275"/>
                <a:gd name="connsiteY3-88" fmla="*/ 327060 h 1442455"/>
                <a:gd name="connsiteX4-89" fmla="*/ 10275 w 12202275"/>
                <a:gd name="connsiteY4-90" fmla="*/ 102741 h 1442455"/>
                <a:gd name="connsiteX0-91" fmla="*/ 51372 w 12243372"/>
                <a:gd name="connsiteY0-92" fmla="*/ 102741 h 1392953"/>
                <a:gd name="connsiteX1-93" fmla="*/ 12243372 w 12243372"/>
                <a:gd name="connsiteY1-94" fmla="*/ 0 h 1392953"/>
                <a:gd name="connsiteX2-95" fmla="*/ 12233098 w 12243372"/>
                <a:gd name="connsiteY2-96" fmla="*/ 840768 h 1392953"/>
                <a:gd name="connsiteX3-97" fmla="*/ 0 w 12243372"/>
                <a:gd name="connsiteY3-98" fmla="*/ 152399 h 1392953"/>
                <a:gd name="connsiteX4-99" fmla="*/ 51372 w 12243372"/>
                <a:gd name="connsiteY4-100" fmla="*/ 102741 h 1392953"/>
                <a:gd name="connsiteX0-101" fmla="*/ 0 w 12192000"/>
                <a:gd name="connsiteY0-102" fmla="*/ 102741 h 1403970"/>
                <a:gd name="connsiteX1-103" fmla="*/ 12192000 w 12192000"/>
                <a:gd name="connsiteY1-104" fmla="*/ 0 h 1403970"/>
                <a:gd name="connsiteX2-105" fmla="*/ 12181726 w 12192000"/>
                <a:gd name="connsiteY2-106" fmla="*/ 840768 h 1403970"/>
                <a:gd name="connsiteX3-107" fmla="*/ 30616 w 12192000"/>
                <a:gd name="connsiteY3-108" fmla="*/ 193495 h 1403970"/>
                <a:gd name="connsiteX4-109" fmla="*/ 0 w 12192000"/>
                <a:gd name="connsiteY4-110" fmla="*/ 102741 h 1403970"/>
                <a:gd name="connsiteX0-111" fmla="*/ 0 w 12171503"/>
                <a:gd name="connsiteY0-112" fmla="*/ 113015 h 1403970"/>
                <a:gd name="connsiteX1-113" fmla="*/ 12171503 w 12171503"/>
                <a:gd name="connsiteY1-114" fmla="*/ 0 h 1403970"/>
                <a:gd name="connsiteX2-115" fmla="*/ 12161229 w 12171503"/>
                <a:gd name="connsiteY2-116" fmla="*/ 840768 h 1403970"/>
                <a:gd name="connsiteX3-117" fmla="*/ 10119 w 12171503"/>
                <a:gd name="connsiteY3-118" fmla="*/ 193495 h 1403970"/>
                <a:gd name="connsiteX4-119" fmla="*/ 0 w 12171503"/>
                <a:gd name="connsiteY4-120" fmla="*/ 113015 h 1403970"/>
                <a:gd name="connsiteX0-121" fmla="*/ 0 w 12171503"/>
                <a:gd name="connsiteY0-122" fmla="*/ 113015 h 1403970"/>
                <a:gd name="connsiteX1-123" fmla="*/ 12171503 w 12171503"/>
                <a:gd name="connsiteY1-124" fmla="*/ 0 h 1403970"/>
                <a:gd name="connsiteX2-125" fmla="*/ 12161229 w 12171503"/>
                <a:gd name="connsiteY2-126" fmla="*/ 840768 h 1403970"/>
                <a:gd name="connsiteX3-127" fmla="*/ 10119 w 12171503"/>
                <a:gd name="connsiteY3-128" fmla="*/ 193495 h 1403970"/>
                <a:gd name="connsiteX4-129" fmla="*/ 0 w 12171503"/>
                <a:gd name="connsiteY4-130" fmla="*/ 113015 h 1403970"/>
                <a:gd name="connsiteX0-131" fmla="*/ 10360 w 12161384"/>
                <a:gd name="connsiteY0-132" fmla="*/ 378628 h 1403970"/>
                <a:gd name="connsiteX1-133" fmla="*/ 12161384 w 12161384"/>
                <a:gd name="connsiteY1-134" fmla="*/ 0 h 1403970"/>
                <a:gd name="connsiteX2-135" fmla="*/ 12151110 w 12161384"/>
                <a:gd name="connsiteY2-136" fmla="*/ 840768 h 1403970"/>
                <a:gd name="connsiteX3-137" fmla="*/ 0 w 12161384"/>
                <a:gd name="connsiteY3-138" fmla="*/ 193495 h 1403970"/>
                <a:gd name="connsiteX4-139" fmla="*/ 10360 w 12161384"/>
                <a:gd name="connsiteY4-140" fmla="*/ 378628 h 1403970"/>
                <a:gd name="connsiteX0-141" fmla="*/ 10360 w 12161384"/>
                <a:gd name="connsiteY0-142" fmla="*/ 378628 h 1272154"/>
                <a:gd name="connsiteX1-143" fmla="*/ 12161384 w 12161384"/>
                <a:gd name="connsiteY1-144" fmla="*/ 0 h 1272154"/>
                <a:gd name="connsiteX2-145" fmla="*/ 12151110 w 12161384"/>
                <a:gd name="connsiteY2-146" fmla="*/ 840768 h 1272154"/>
                <a:gd name="connsiteX3-147" fmla="*/ 0 w 12161384"/>
                <a:gd name="connsiteY3-148" fmla="*/ 193495 h 1272154"/>
                <a:gd name="connsiteX4-149" fmla="*/ 10360 w 12161384"/>
                <a:gd name="connsiteY4-150" fmla="*/ 378628 h 1272154"/>
                <a:gd name="connsiteX0-151" fmla="*/ 665 w 12161384"/>
                <a:gd name="connsiteY0-152" fmla="*/ 0 h 1288718"/>
                <a:gd name="connsiteX1-153" fmla="*/ 12161384 w 12161384"/>
                <a:gd name="connsiteY1-154" fmla="*/ 16564 h 1288718"/>
                <a:gd name="connsiteX2-155" fmla="*/ 12151110 w 12161384"/>
                <a:gd name="connsiteY2-156" fmla="*/ 857332 h 1288718"/>
                <a:gd name="connsiteX3-157" fmla="*/ 0 w 12161384"/>
                <a:gd name="connsiteY3-158" fmla="*/ 210059 h 1288718"/>
                <a:gd name="connsiteX4-159" fmla="*/ 665 w 12161384"/>
                <a:gd name="connsiteY4-160" fmla="*/ 0 h 1288718"/>
                <a:gd name="connsiteX0-161" fmla="*/ 665 w 12161384"/>
                <a:gd name="connsiteY0-162" fmla="*/ 0 h 1345845"/>
                <a:gd name="connsiteX1-163" fmla="*/ 12161384 w 12161384"/>
                <a:gd name="connsiteY1-164" fmla="*/ 16564 h 1345845"/>
                <a:gd name="connsiteX2-165" fmla="*/ 12151110 w 12161384"/>
                <a:gd name="connsiteY2-166" fmla="*/ 857332 h 1345845"/>
                <a:gd name="connsiteX3-167" fmla="*/ 0 w 12161384"/>
                <a:gd name="connsiteY3-168" fmla="*/ 497473 h 1345845"/>
                <a:gd name="connsiteX4-169" fmla="*/ 665 w 12161384"/>
                <a:gd name="connsiteY4-170" fmla="*/ 0 h 1345845"/>
                <a:gd name="connsiteX0-171" fmla="*/ 4 w 12160723"/>
                <a:gd name="connsiteY0-172" fmla="*/ 0 h 1345845"/>
                <a:gd name="connsiteX1-173" fmla="*/ 12160723 w 12160723"/>
                <a:gd name="connsiteY1-174" fmla="*/ 16564 h 1345845"/>
                <a:gd name="connsiteX2-175" fmla="*/ 12150449 w 12160723"/>
                <a:gd name="connsiteY2-176" fmla="*/ 857332 h 1345845"/>
                <a:gd name="connsiteX3-177" fmla="*/ 9033 w 12160723"/>
                <a:gd name="connsiteY3-178" fmla="*/ 497473 h 1345845"/>
                <a:gd name="connsiteX4-179" fmla="*/ 4 w 12160723"/>
                <a:gd name="connsiteY4-180" fmla="*/ 0 h 1345845"/>
                <a:gd name="connsiteX0-181" fmla="*/ 8 w 12155879"/>
                <a:gd name="connsiteY0-182" fmla="*/ 109176 h 1329281"/>
                <a:gd name="connsiteX1-183" fmla="*/ 12155879 w 12155879"/>
                <a:gd name="connsiteY1-184" fmla="*/ 0 h 1329281"/>
                <a:gd name="connsiteX2-185" fmla="*/ 12145605 w 12155879"/>
                <a:gd name="connsiteY2-186" fmla="*/ 840768 h 1329281"/>
                <a:gd name="connsiteX3-187" fmla="*/ 4189 w 12155879"/>
                <a:gd name="connsiteY3-188" fmla="*/ 480909 h 1329281"/>
                <a:gd name="connsiteX4-189" fmla="*/ 8 w 12155879"/>
                <a:gd name="connsiteY4-190" fmla="*/ 109176 h 1329281"/>
                <a:gd name="connsiteX0-191" fmla="*/ 8 w 12155879"/>
                <a:gd name="connsiteY0-192" fmla="*/ 109176 h 1329281"/>
                <a:gd name="connsiteX1-193" fmla="*/ 12155879 w 12155879"/>
                <a:gd name="connsiteY1-194" fmla="*/ 0 h 1329281"/>
                <a:gd name="connsiteX2-195" fmla="*/ 12145605 w 12155879"/>
                <a:gd name="connsiteY2-196" fmla="*/ 840768 h 1329281"/>
                <a:gd name="connsiteX3-197" fmla="*/ 4189 w 12155879"/>
                <a:gd name="connsiteY3-198" fmla="*/ 480909 h 1329281"/>
                <a:gd name="connsiteX4-199" fmla="*/ 8 w 12155879"/>
                <a:gd name="connsiteY4-200" fmla="*/ 109176 h 1329281"/>
                <a:gd name="connsiteX0-201" fmla="*/ 8 w 12155879"/>
                <a:gd name="connsiteY0-202" fmla="*/ 109176 h 1398877"/>
                <a:gd name="connsiteX1-203" fmla="*/ 12155879 w 12155879"/>
                <a:gd name="connsiteY1-204" fmla="*/ 0 h 1398877"/>
                <a:gd name="connsiteX2-205" fmla="*/ 12145605 w 12155879"/>
                <a:gd name="connsiteY2-206" fmla="*/ 840768 h 1398877"/>
                <a:gd name="connsiteX3-207" fmla="*/ 4189 w 12155879"/>
                <a:gd name="connsiteY3-208" fmla="*/ 480909 h 1398877"/>
                <a:gd name="connsiteX4-209" fmla="*/ 8 w 12155879"/>
                <a:gd name="connsiteY4-210" fmla="*/ 109176 h 1398877"/>
                <a:gd name="connsiteX0-211" fmla="*/ 8 w 12155879"/>
                <a:gd name="connsiteY0-212" fmla="*/ 109176 h 1398877"/>
                <a:gd name="connsiteX1-213" fmla="*/ 12155879 w 12155879"/>
                <a:gd name="connsiteY1-214" fmla="*/ 0 h 1398877"/>
                <a:gd name="connsiteX2-215" fmla="*/ 12145605 w 12155879"/>
                <a:gd name="connsiteY2-216" fmla="*/ 840768 h 1398877"/>
                <a:gd name="connsiteX3-217" fmla="*/ 4189 w 12155879"/>
                <a:gd name="connsiteY3-218" fmla="*/ 480909 h 1398877"/>
                <a:gd name="connsiteX4-219" fmla="*/ 8 w 12155879"/>
                <a:gd name="connsiteY4-220" fmla="*/ 109176 h 1398877"/>
                <a:gd name="connsiteX0-221" fmla="*/ 8 w 12171397"/>
                <a:gd name="connsiteY0-222" fmla="*/ 109176 h 1398877"/>
                <a:gd name="connsiteX1-223" fmla="*/ 12155879 w 12171397"/>
                <a:gd name="connsiteY1-224" fmla="*/ 0 h 1398877"/>
                <a:gd name="connsiteX2-225" fmla="*/ 12171397 w 12171397"/>
                <a:gd name="connsiteY2-226" fmla="*/ 840768 h 1398877"/>
                <a:gd name="connsiteX3-227" fmla="*/ 4189 w 12171397"/>
                <a:gd name="connsiteY3-228" fmla="*/ 480909 h 1398877"/>
                <a:gd name="connsiteX4-229" fmla="*/ 8 w 12171397"/>
                <a:gd name="connsiteY4-230" fmla="*/ 109176 h 13988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171397" h="1398877">
                  <a:moveTo>
                    <a:pt x="8" y="109176"/>
                  </a:moveTo>
                  <a:cubicBezTo>
                    <a:pt x="4022911" y="730794"/>
                    <a:pt x="8102153" y="1448656"/>
                    <a:pt x="12155879" y="0"/>
                  </a:cubicBezTo>
                  <a:lnTo>
                    <a:pt x="12171397" y="840768"/>
                  </a:lnTo>
                  <a:cubicBezTo>
                    <a:pt x="8090274" y="2012021"/>
                    <a:pt x="3982262" y="1066458"/>
                    <a:pt x="4189" y="480909"/>
                  </a:cubicBezTo>
                  <a:cubicBezTo>
                    <a:pt x="4411" y="410889"/>
                    <a:pt x="-214" y="179196"/>
                    <a:pt x="8" y="10917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rgbClr val="9FD8F6"/>
                </a:gs>
                <a:gs pos="68000">
                  <a:srgbClr val="2F98CF"/>
                </a:gs>
                <a:gs pos="0">
                  <a:srgbClr val="0A3E6B"/>
                </a:gs>
                <a:gs pos="49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3436" y="133934"/>
            <a:ext cx="10681230" cy="68354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00307B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63435" y="1143000"/>
            <a:ext cx="11545387" cy="4757691"/>
          </a:xfrm>
        </p:spPr>
        <p:txBody>
          <a:bodyPr>
            <a:normAutofit/>
          </a:bodyPr>
          <a:lstStyle>
            <a:lvl1pPr>
              <a:defRPr sz="2000">
                <a:latin typeface="+mn-ea"/>
                <a:ea typeface="+mn-ea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0" y="6609912"/>
            <a:ext cx="4114800" cy="191683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r>
              <a:rPr lang="en-US" altLang="zh-CN">
                <a:solidFill>
                  <a:srgbClr val="E7E6E6"/>
                </a:solidFill>
              </a:rPr>
              <a:t>@ </a:t>
            </a:r>
            <a:r>
              <a:rPr lang="zh-CN" altLang="en-US">
                <a:solidFill>
                  <a:srgbClr val="E7E6E6"/>
                </a:solidFill>
              </a:rPr>
              <a:t>版权所有：三花汽零 严禁外泄</a:t>
            </a:r>
            <a:endParaRPr lang="zh-CN" altLang="en-US" dirty="0">
              <a:solidFill>
                <a:srgbClr val="E7E6E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609912"/>
            <a:ext cx="2743200" cy="191684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fld id="{B4F05999-FB33-436A-ACC3-931318B97D3C}" type="slidenum">
              <a:rPr lang="zh-CN" altLang="en-US" smtClean="0">
                <a:solidFill>
                  <a:srgbClr val="E7E6E6"/>
                </a:solidFill>
              </a:rPr>
            </a:fld>
            <a:endParaRPr lang="zh-CN" altLang="en-US">
              <a:solidFill>
                <a:srgbClr val="E7E6E6"/>
              </a:solidFill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263435" y="835608"/>
            <a:ext cx="1101416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59995" y="214068"/>
            <a:ext cx="603405" cy="603405"/>
          </a:xfrm>
          <a:prstGeom prst="roundRect">
            <a:avLst>
              <a:gd name="adj" fmla="val 9570"/>
            </a:avLst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46332"/>
            <a:ext cx="4114800" cy="191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en-US" altLang="zh-CN">
                <a:solidFill>
                  <a:prstClr val="black">
                    <a:lumMod val="50000"/>
                    <a:lumOff val="50000"/>
                  </a:prstClr>
                </a:solidFill>
              </a:rPr>
              <a:t>@ 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</a:rPr>
              <a:t>版权所有：三花汽零 严禁外泄</a:t>
            </a:r>
            <a:endParaRPr lang="zh-CN" alt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646332"/>
            <a:ext cx="2743200" cy="191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B4F05999-FB33-436A-ACC3-931318B97D3C}" type="slidenum">
              <a:rPr lang="zh-CN" alt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</a:fld>
            <a:endParaRPr lang="zh-CN" alt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755" y="-278493"/>
            <a:ext cx="790445" cy="133350"/>
            <a:chOff x="0" y="-400050"/>
            <a:chExt cx="2399000" cy="228600"/>
          </a:xfrm>
        </p:grpSpPr>
        <p:sp>
          <p:nvSpPr>
            <p:cNvPr id="8" name="矩形 7"/>
            <p:cNvSpPr/>
            <p:nvPr/>
          </p:nvSpPr>
          <p:spPr>
            <a:xfrm>
              <a:off x="0" y="-400050"/>
              <a:ext cx="285750" cy="228600"/>
            </a:xfrm>
            <a:prstGeom prst="rect">
              <a:avLst/>
            </a:prstGeom>
            <a:solidFill>
              <a:srgbClr val="1D2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28495" y="-400050"/>
              <a:ext cx="285750" cy="228600"/>
            </a:xfrm>
            <a:prstGeom prst="rect">
              <a:avLst/>
            </a:prstGeom>
            <a:solidFill>
              <a:srgbClr val="0030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847335" y="-400050"/>
              <a:ext cx="285750" cy="228600"/>
            </a:xfrm>
            <a:prstGeom prst="rect">
              <a:avLst/>
            </a:prstGeom>
            <a:solidFill>
              <a:srgbClr val="2F98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275830" y="-400050"/>
              <a:ext cx="285750" cy="228600"/>
            </a:xfrm>
            <a:prstGeom prst="rect">
              <a:avLst/>
            </a:prstGeom>
            <a:solidFill>
              <a:srgbClr val="9FD8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684755" y="-400050"/>
              <a:ext cx="285750" cy="22860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113250" y="-400050"/>
              <a:ext cx="285750" cy="228600"/>
            </a:xfrm>
            <a:prstGeom prst="rect">
              <a:avLst/>
            </a:prstGeom>
            <a:solidFill>
              <a:srgbClr val="E5EA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Arial Unicode MS" panose="020B0604020202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Arial Unicode MS" panose="020B0604020202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Arial Unicode MS" panose="020B0604020202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Arial Unicode MS" panose="020B0604020202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Arial Unicode MS" panose="020B0604020202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方正黑体简体" panose="02000000000000000000" pitchFamily="2" charset="-122"/>
          <a:ea typeface="方正黑体简体" panose="02000000000000000000" pitchFamily="2" charset="-122"/>
          <a:cs typeface="Arial Unicode MS" panose="020B0604020202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5999-FB33-436A-ACC3-931318B97D3C}" type="slidenum">
              <a:rPr lang="zh-CN" altLang="en-US" smtClean="0">
                <a:solidFill>
                  <a:srgbClr val="E7E6E6"/>
                </a:solidFill>
              </a:rPr>
            </a:fld>
            <a:endParaRPr lang="zh-CN" altLang="en-US">
              <a:solidFill>
                <a:srgbClr val="E7E6E6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4104" y="292350"/>
            <a:ext cx="5628695" cy="52197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智能装备数字化平台</a:t>
            </a:r>
            <a:endParaRPr lang="zh-CN" altLang="en-US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7535" y="1096645"/>
          <a:ext cx="6383020" cy="570103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383020"/>
              </a:tblGrid>
              <a:tr h="5505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ym typeface="+mn-ea"/>
                        </a:rPr>
                        <a:t>智能装备数字化平台</a:t>
                      </a:r>
                      <a:endParaRPr lang="zh-CN" altLang="en-US" dirty="0" smtClean="0"/>
                    </a:p>
                  </a:txBody>
                  <a:tcPr anchor="ctr"/>
                </a:tc>
              </a:tr>
              <a:tr h="422275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开发完成时间：</a:t>
                      </a:r>
                      <a:r>
                        <a:rPr lang="en-US" altLang="zh-CN" sz="1000" b="1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2026/12/31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818005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当前进度：（含责任人和完成时间）</a:t>
                      </a:r>
                      <a:endParaRPr lang="zh-CN" altLang="en-US" sz="1000" b="1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整体系统开发进度完成 41%</a:t>
                      </a:r>
                      <a:endParaRPr sz="1000" dirty="0" smtClean="0">
                        <a:sym typeface="+mn-ea"/>
                      </a:endParaRPr>
                    </a:p>
                    <a:p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 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完成装备数字化平台：基于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SW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实现漏标检测，提升检测准确度；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53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完成时间：丁庆同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2026/07/10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2. </a:t>
                      </a:r>
                      <a:r>
                        <a:rPr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装备数字化平台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3D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布局不同模型版本加入布局功能开发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;  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100%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r>
                        <a:rPr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 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完成时间：王晓茹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2026/07/10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zh-CN" altLang="en-US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下一步计划：（含责任人和完成时间）</a:t>
                      </a:r>
                      <a:endParaRPr lang="zh-CN" altLang="en-US" sz="1000" b="1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整体系统开发进度计划完成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43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 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SW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插件实现特征漏标检测：圆角/倒角尺寸漏标检测；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预计完成时间：丁庆同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2026/07/17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2. </a:t>
                      </a:r>
                      <a:r>
                        <a:rPr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装备数字化平台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3D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布局实现模型移动、旋转、缩放功能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;     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预计完成时间：王晓茹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altLang="zh-CN" sz="100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2026/07/17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951865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项目异常：（含对策、责任人和完成时间）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备注：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圆角矩形 3"/>
          <p:cNvSpPr/>
          <p:nvPr/>
        </p:nvSpPr>
        <p:spPr>
          <a:xfrm>
            <a:off x="887186" y="996779"/>
            <a:ext cx="4382530" cy="42836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项目当前视频展示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55" y="1664335"/>
            <a:ext cx="4797425" cy="2476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5" y="4608195"/>
            <a:ext cx="4858385" cy="1543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5999-FB33-436A-ACC3-931318B97D3C}" type="slidenum">
              <a:rPr lang="zh-CN" altLang="en-US" smtClean="0">
                <a:solidFill>
                  <a:srgbClr val="E7E6E6"/>
                </a:solidFill>
              </a:rPr>
            </a:fld>
            <a:endParaRPr lang="zh-CN" altLang="en-US">
              <a:solidFill>
                <a:srgbClr val="E7E6E6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4104" y="292350"/>
            <a:ext cx="5628695" cy="52197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 smtClean="0"/>
              <a:t>3D</a:t>
            </a:r>
            <a:r>
              <a:rPr lang="zh-CN" altLang="en-US" dirty="0" smtClean="0"/>
              <a:t>视觉平台</a:t>
            </a:r>
            <a:endParaRPr lang="zh-CN" altLang="en-US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7535" y="1096645"/>
          <a:ext cx="6383020" cy="581723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383020"/>
              </a:tblGrid>
              <a:tr h="5505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ym typeface="+mn-ea"/>
                        </a:rPr>
                        <a:t>3D</a:t>
                      </a:r>
                      <a:r>
                        <a:rPr lang="zh-CN" altLang="en-US" sz="1800" dirty="0" smtClean="0">
                          <a:sym typeface="+mn-ea"/>
                        </a:rPr>
                        <a:t>视觉</a:t>
                      </a:r>
                      <a:r>
                        <a:rPr lang="zh-CN" altLang="en-US" sz="1800" dirty="0" smtClean="0">
                          <a:sym typeface="+mn-ea"/>
                        </a:rPr>
                        <a:t>平台</a:t>
                      </a:r>
                      <a:endParaRPr lang="zh-CN" altLang="en-US" dirty="0" smtClean="0"/>
                    </a:p>
                  </a:txBody>
                  <a:tcPr anchor="ctr"/>
                </a:tc>
              </a:tr>
              <a:tr h="422275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开发完成时间：</a:t>
                      </a:r>
                      <a:r>
                        <a:rPr lang="en-US" altLang="zh-CN" sz="1000" b="1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2026/12/31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537970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当前进度：（含责任人和完成时间）</a:t>
                      </a:r>
                      <a:endParaRPr lang="zh-CN" altLang="en-US" sz="1000" b="1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整体系统开发进度计划完成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52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标定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参数标定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在线扫描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生产点云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调试页面功能开发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(100%)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责任人/预计完成时间：朱佳辉/2026/0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2.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完成多角度采集标定板图像，调试棋盘格识别，计算相机畸变参数和双目相对位置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功能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(100%)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责任人/预计完成时间：郑凯/2026/0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1859280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下一步计划：（含责任人和完成时间）</a:t>
                      </a:r>
                      <a:endParaRPr lang="zh-CN" altLang="en-US" sz="1000" b="1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整体系统开发进度计划完成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52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标定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参数标定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在线扫描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生产点云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调试页面功能联调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责任人/预计完成时间：朱佳辉/2026/0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24</a:t>
                      </a:r>
                      <a:endParaRPr lang="en-US" altLang="zh-CN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2.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完成多角度采集标定板图像，调试棋盘格识别，计算相机畸变参数和双目相对位置</a:t>
                      </a:r>
                      <a:r>
                        <a:rPr 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功能测试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责任人/预计完成时间：郑凯/2026/0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24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951865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项目异常：（含对策、责任人和完成时间）</a:t>
                      </a:r>
                      <a:endParaRPr lang="en-US" altLang="zh-CN" sz="100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1000" b="1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备注：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圆角矩形 3"/>
          <p:cNvSpPr/>
          <p:nvPr/>
        </p:nvSpPr>
        <p:spPr>
          <a:xfrm>
            <a:off x="887186" y="996779"/>
            <a:ext cx="4382530" cy="42836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项目当前视频展示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927225"/>
            <a:ext cx="3931741" cy="18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4023995"/>
            <a:ext cx="3937000" cy="1802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02*431"/>
  <p:tag name="TABLE_ENDDRAG_RECT" val="447*86*502*431"/>
</p:tagLst>
</file>

<file path=ppt/tags/tag2.xml><?xml version="1.0" encoding="utf-8"?>
<p:tagLst xmlns:p="http://schemas.openxmlformats.org/presentationml/2006/main">
  <p:tag name="TABLE_ENDDRAG_ORIGIN_RECT" val="502*431"/>
  <p:tag name="TABLE_ENDDRAG_RECT" val="447*86*502*431"/>
</p:tagLst>
</file>

<file path=ppt/tags/tag3.xml><?xml version="1.0" encoding="utf-8"?>
<p:tagLst xmlns:p="http://schemas.openxmlformats.org/presentationml/2006/main">
  <p:tag name="COMMONDATA" val="eyJoZGlkIjoiYTJjNzY3ZWRjNzc5MTE5Y2I1NWQ3ODY3MTIyYzZjNDUifQ=="/>
  <p:tag name="commondata" val="eyJoZGlkIjoiZjFlZTNjNmEwMjgzMDU0ODhhOTcwMjE1MTMwMzQ2M2YifQ=="/>
</p:tagLst>
</file>

<file path=ppt/theme/theme1.xml><?xml version="1.0" encoding="utf-8"?>
<a:theme xmlns:a="http://schemas.openxmlformats.org/drawingml/2006/main" name="8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1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5"/>
          </a:solidFill>
        </a:ln>
      </a:spPr>
      <a:bodyPr rtlCol="0" anchor="ctr"/>
      <a:lstStyle>
        <a:defPPr algn="ctr">
          <a:defRPr lang="zh-CN" altLang="en-US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WPS 演示</Application>
  <PresentationFormat>宽屏</PresentationFormat>
  <Paragraphs>52</Paragraphs>
  <Slides>2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方正黑体简体</vt:lpstr>
      <vt:lpstr>微软雅黑</vt:lpstr>
      <vt:lpstr>Arial Unicode MS</vt:lpstr>
      <vt:lpstr>黑体</vt:lpstr>
      <vt:lpstr>Arial Unicode MS</vt:lpstr>
      <vt:lpstr>Calibri</vt:lpstr>
      <vt:lpstr>方正黑体简体</vt:lpstr>
      <vt:lpstr>8_Office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6.2 运营重点情况—沈阳工厂建设</dc:title>
  <dc:creator>王明瀚</dc:creator>
  <cp:lastModifiedBy>冷冷</cp:lastModifiedBy>
  <cp:revision>1361</cp:revision>
  <cp:lastPrinted>2023-05-09T00:42:00Z</cp:lastPrinted>
  <dcterms:created xsi:type="dcterms:W3CDTF">2023-03-29T02:14:00Z</dcterms:created>
  <dcterms:modified xsi:type="dcterms:W3CDTF">2026-07-17T01:20:20Z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2023-12-05T06:23:22Z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0e4ec02f-dd9c-4842-b796-756db087fd03</vt:lpwstr>
  </property>
  <property fmtid="{D5CDD505-2E9C-101B-9397-08002B2CF9AE}" pid="7" name="MSIP_Label_defa4170-0d19-0005-0004-bc88714345d2_ActionId">
    <vt:lpwstr>d7a6abff-2f24-4149-8dd0-8d00792043ed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0BB47E2523D24F2FAFA6E5CFC442C4CE_13</vt:lpwstr>
  </property>
  <property fmtid="{D5CDD505-2E9C-101B-9397-08002B2CF9AE}" pid="10" name="KSOProductBuildVer">
    <vt:lpwstr>2052-12.1.0.25860</vt:lpwstr>
  </property>
  <property fmtid="{D5CDD505-2E9C-101B-9397-08002B2CF9AE}" pid="11" name="CWM81b5e93070ff11f1800021eb000020eb">
    <vt:lpwstr>CWMRvEi9FxlWw1umFR5/D+JVNPKNbrMJSyJ9FKsJ/OwDyzoaOVoVpVzdbCdrxvkoTRwypvGajI0vSHnm+EZee4njg==</vt:lpwstr>
  </property>
</Properties>
</file>